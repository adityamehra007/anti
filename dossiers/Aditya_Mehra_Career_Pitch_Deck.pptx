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B308"/>
                </a:solidFill>
              </a:defRPr>
            </a:pPr>
            <a:r>
              <a:t>EXECUTIVE DOSSIER &amp; STRATEGIC CANDIDATE PROFILE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ADITYA MEHRA</a:t>
            </a:r>
          </a:p>
          <a:p>
            <a:pPr>
              <a:defRPr sz="2000">
                <a:solidFill>
                  <a:srgbClr val="94A3B8"/>
                </a:solidFill>
              </a:defRPr>
            </a:pPr>
            <a:r>
              <a:t>International Business, Cross-Border Trade &amp; Scaled Operations Specialist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Dayananda Sagar University '26  |  Bengaluru, India  |  adityamehra799@gmail.com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Core Competencies and Operational Value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01 / Scaled Event Operations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Aero India 2025 Lead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Managed high-security operations at Asia premier defense expo.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Handled 100,000+ attendee footfall &amp; 5,000+ qualified leads.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Enforced strict 24h pre-event defense protocol &amp; credentials.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Maintained 100% morning readiness SLA with zero shrinkage.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3984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02 / Global Trade &amp; EXIM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Incoterms &amp; Freight Modeling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Comprehensive mastery of Incoterms 2020 (FOB, CIF, DDP).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HS tariff classification &amp; customs compliance optimization.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Cross-border landed cost calculation &amp; supply chain logistics.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Letter of credit (UCP 600) governance &amp; commercial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73568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03 / Business Development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Commercial Lead Conversion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Enterprise B2B account acquisition and client proposal architecture.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+18% pipeline conversion rate lift at Pencil Mark LLP.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Vendor contract negotiation delivering 15% cost savings.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End-to-end multi-touch executive sales cadences and CRM hygiene.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Tamper-Evident Evidence and Verified Performance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AERO INDIA 2025 (Salt in My Coca)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100,000+ Visitors  |  5,000+ Qualified Leads  |  100% Morning Readiness  |  0 VIP Breaches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BRAND ACTIVATIONS (Tata Comms, Puma, VH1)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25+ Ground Crew  |  100% Milestone Compliance  |  0 Unresolved Escalations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B2B SALES CONVERSION (Pencil Mark LLP)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+18% Pipeline Conversion  |  100% On-Time Contract Handover  |  INR 1.5L+ Revenue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ANTIGRAVITY CAREER OS &amp; VERIFICATION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Zero Hallucination Protocol  |  9,223 Network Directory Connections  |  1,449 Recruiter Profiles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